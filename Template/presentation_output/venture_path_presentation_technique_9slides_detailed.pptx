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669280" y="-36576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530352"/>
            <a:ext cx="9555480" cy="42062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Venture Path: Multi-Agent Startup Platform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950976"/>
            <a:ext cx="9098280" cy="23774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deep dive: React/Vite frontend, Python API bridges, Supabase-ready storage and agentic pipelines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685800" y="1627632"/>
            <a:ext cx="3182112" cy="214884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47088"/>
            <a:ext cx="114300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 Data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914400" y="2212848"/>
            <a:ext cx="2514600" cy="10972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Startup profile: idea, problem, target users, sector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Team: roles, skills, availability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Legal evidence: statuts, RC, IF, CIN, bank proof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Pitch video: MP4/MOV/MKV + coaching mode</a:t>
            </a:r>
            <a:endParaRPr lang="en-US" sz="910" dirty="0"/>
          </a:p>
        </p:txBody>
      </p:sp>
      <p:sp>
        <p:nvSpPr>
          <p:cNvPr id="11" name="Text 9"/>
          <p:cNvSpPr/>
          <p:nvPr/>
        </p:nvSpPr>
        <p:spPr>
          <a:xfrm>
            <a:off x="1005840" y="3355848"/>
            <a:ext cx="210312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forms + file upload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4224528" y="1874520"/>
            <a:ext cx="1417320" cy="1325880"/>
          </a:xfrm>
          <a:prstGeom prst="lef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13832" y="2743200"/>
            <a:ext cx="1600200" cy="1417320"/>
          </a:xfrm>
          <a:prstGeom prst="rightArrow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3429000"/>
            <a:ext cx="73152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144768" y="4041648"/>
            <a:ext cx="91440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19472" y="5230368"/>
            <a:ext cx="182880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Plan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7662672" y="1481328"/>
            <a:ext cx="3474720" cy="141732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60920" y="1783080"/>
            <a:ext cx="530352" cy="402336"/>
          </a:xfrm>
          <a:prstGeom prst="hexagon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1879092"/>
            <a:ext cx="329184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973568" y="1700784"/>
            <a:ext cx="164592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Structured Outputs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7973568" y="2029968"/>
            <a:ext cx="2578608" cy="5669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Track A report: market, MVP, ops, finance, legal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Track B decision: blockers, checklist, research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Track C task queues: priority, ready, Jira summary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7662672" y="3246120"/>
            <a:ext cx="3474720" cy="141732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60920" y="3547872"/>
            <a:ext cx="530352" cy="402336"/>
          </a:xfrm>
          <a:prstGeom prst="hexagon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3643884"/>
            <a:ext cx="329184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973568" y="3465576"/>
            <a:ext cx="164592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Generated Artifacts</a:t>
            </a:r>
            <a:endParaRPr lang="en-US" sz="1230" dirty="0"/>
          </a:p>
        </p:txBody>
      </p:sp>
      <p:sp>
        <p:nvSpPr>
          <p:cNvPr id="26" name="Text 24"/>
          <p:cNvSpPr/>
          <p:nvPr/>
        </p:nvSpPr>
        <p:spPr>
          <a:xfrm>
            <a:off x="7973568" y="3785616"/>
            <a:ext cx="2578608" cy="6583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JSON responses for dashboards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Markdown and PDF pitch reports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outputs under track2_reports and pitch_coach_outputs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Demo fallback via localStorage when Supabase is absent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868680" y="4919472"/>
            <a:ext cx="9921240" cy="658368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5120640"/>
            <a:ext cx="928116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technical idea: the frontend stays lightweight while each specialized Python bridge owns a heavy workflow: validation, legal reasoning, execution planning or video/pitch analysis.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566928" y="6547104"/>
            <a:ext cx="4297680" cy="1554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Venture Path | Technical deep dive | 01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669280" y="-36576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530352"/>
            <a:ext cx="9555480" cy="42062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Scope and Functional Coverage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950976"/>
            <a:ext cx="9098280" cy="23774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is organized around three founder decisions: validate, comply and execute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685800" y="1645920"/>
            <a:ext cx="658368" cy="393192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19072"/>
            <a:ext cx="566928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1344168" y="1645920"/>
            <a:ext cx="2240280" cy="393192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89888" y="1719072"/>
            <a:ext cx="214884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user question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584448" y="1645920"/>
            <a:ext cx="1993392" cy="393192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1719072"/>
            <a:ext cx="1901952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page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5577840" y="1645920"/>
            <a:ext cx="1965960" cy="393192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1719072"/>
            <a:ext cx="187452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Backend/API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7543800" y="1645920"/>
            <a:ext cx="2331720" cy="393192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1719072"/>
            <a:ext cx="224028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output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85800" y="2039112"/>
            <a:ext cx="658368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103120"/>
            <a:ext cx="566928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344168" y="2039112"/>
            <a:ext cx="2240280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89888" y="2103120"/>
            <a:ext cx="21488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this idea worth building?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584448" y="2039112"/>
            <a:ext cx="1993392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0168" y="2103120"/>
            <a:ext cx="1901952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Track1Analyzer.jsx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577840" y="2039112"/>
            <a:ext cx="1965960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2103120"/>
            <a:ext cx="18745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/track1/analyze :5055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543800" y="2039112"/>
            <a:ext cx="2331720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2103120"/>
            <a:ext cx="22402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 report + verdict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85800" y="2432304"/>
            <a:ext cx="658368" cy="39319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2496312"/>
            <a:ext cx="566928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344168" y="2432304"/>
            <a:ext cx="2240280" cy="39319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89888" y="2496312"/>
            <a:ext cx="21488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I start legally in Tunisia?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584448" y="2432304"/>
            <a:ext cx="1993392" cy="39319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0168" y="2496312"/>
            <a:ext cx="1901952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Track2LegalAssistant.jsx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577840" y="2432304"/>
            <a:ext cx="1965960" cy="39319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23560" y="2496312"/>
            <a:ext cx="18745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track2_api.py FastAPI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543800" y="2432304"/>
            <a:ext cx="2331720" cy="39319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2496312"/>
            <a:ext cx="22402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decision + checklist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85800" y="2825496"/>
            <a:ext cx="658368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2889504"/>
            <a:ext cx="566928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344168" y="2825496"/>
            <a:ext cx="2240280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89888" y="2889504"/>
            <a:ext cx="21488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 team execute next?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584448" y="2825496"/>
            <a:ext cx="1993392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30168" y="2889504"/>
            <a:ext cx="1901952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Track3Execution.jsx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577840" y="2825496"/>
            <a:ext cx="1965960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23560" y="2889504"/>
            <a:ext cx="18745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track3_api.py :5056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543800" y="2825496"/>
            <a:ext cx="2331720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2889504"/>
            <a:ext cx="22402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tasks, queues, feasibility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85800" y="3218688"/>
            <a:ext cx="658368" cy="39319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3282696"/>
            <a:ext cx="566928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344168" y="3218688"/>
            <a:ext cx="2240280" cy="39319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89888" y="3282696"/>
            <a:ext cx="21488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my pitch investor-ready?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584448" y="3218688"/>
            <a:ext cx="1993392" cy="39319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30168" y="3282696"/>
            <a:ext cx="1901952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Track3PitchCoach.jsx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577840" y="3218688"/>
            <a:ext cx="1965960" cy="39319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23560" y="3282696"/>
            <a:ext cx="18745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pitch_coach_api.py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543800" y="3218688"/>
            <a:ext cx="2331720" cy="39319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89520" y="3282696"/>
            <a:ext cx="22402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scorecard + MD/PDF report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822960" y="4005072"/>
            <a:ext cx="3246120" cy="123444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51560" y="4242816"/>
            <a:ext cx="15544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Shared UX pattern</a:t>
            </a:r>
            <a:endParaRPr lang="en-US" sz="1230" dirty="0"/>
          </a:p>
        </p:txBody>
      </p:sp>
      <p:sp>
        <p:nvSpPr>
          <p:cNvPr id="60" name="Text 58"/>
          <p:cNvSpPr/>
          <p:nvPr/>
        </p:nvSpPr>
        <p:spPr>
          <a:xfrm>
            <a:off x="1051560" y="4553712"/>
            <a:ext cx="233172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guided forms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local API fetch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loading/error states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report cards and raw JSON preview</a:t>
            </a:r>
            <a:endParaRPr lang="en-US" sz="870" dirty="0"/>
          </a:p>
        </p:txBody>
      </p:sp>
      <p:sp>
        <p:nvSpPr>
          <p:cNvPr id="61" name="Shape 59"/>
          <p:cNvSpPr/>
          <p:nvPr/>
        </p:nvSpPr>
        <p:spPr>
          <a:xfrm>
            <a:off x="4526280" y="4005072"/>
            <a:ext cx="3246120" cy="123444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0" y="4242816"/>
            <a:ext cx="17373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Shared backend pattern</a:t>
            </a:r>
            <a:endParaRPr lang="en-US" sz="1230" dirty="0"/>
          </a:p>
        </p:txBody>
      </p:sp>
      <p:sp>
        <p:nvSpPr>
          <p:cNvPr id="63" name="Text 61"/>
          <p:cNvSpPr/>
          <p:nvPr/>
        </p:nvSpPr>
        <p:spPr>
          <a:xfrm>
            <a:off x="4754880" y="4553712"/>
            <a:ext cx="233172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payload normalization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path resolution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subprocess/agent call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JSON-safe response</a:t>
            </a:r>
            <a:endParaRPr lang="en-US" sz="870" dirty="0"/>
          </a:p>
        </p:txBody>
      </p:sp>
      <p:sp>
        <p:nvSpPr>
          <p:cNvPr id="64" name="Shape 62"/>
          <p:cNvSpPr/>
          <p:nvPr/>
        </p:nvSpPr>
        <p:spPr>
          <a:xfrm>
            <a:off x="8229600" y="4005072"/>
            <a:ext cx="3246120" cy="123444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458200" y="4242816"/>
            <a:ext cx="164592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Shared value pattern</a:t>
            </a:r>
            <a:endParaRPr lang="en-US" sz="1230" dirty="0"/>
          </a:p>
        </p:txBody>
      </p:sp>
      <p:sp>
        <p:nvSpPr>
          <p:cNvPr id="66" name="Text 64"/>
          <p:cNvSpPr/>
          <p:nvPr/>
        </p:nvSpPr>
        <p:spPr>
          <a:xfrm>
            <a:off x="8458200" y="4553712"/>
            <a:ext cx="233172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decision support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actionable next steps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exportable evidence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demo-safe fallback</a:t>
            </a:r>
            <a:endParaRPr lang="en-US" sz="870" dirty="0"/>
          </a:p>
        </p:txBody>
      </p:sp>
      <p:sp>
        <p:nvSpPr>
          <p:cNvPr id="67" name="Text 65"/>
          <p:cNvSpPr/>
          <p:nvPr/>
        </p:nvSpPr>
        <p:spPr>
          <a:xfrm>
            <a:off x="566928" y="6547104"/>
            <a:ext cx="4297680" cy="1554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Venture Path | Technical deep dive | 02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669280" y="-36576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530352"/>
            <a:ext cx="9555480" cy="42062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Global Technical Architecture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950976"/>
            <a:ext cx="9098280" cy="23774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Single-page React application connected to local API bridges and external agent modules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658368" y="1536192"/>
            <a:ext cx="2084832" cy="841248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591056"/>
            <a:ext cx="1975104" cy="74980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+ Vite SPA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App.jsx routes by hash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TopBar / Track pages / dashboards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658368" y="2743200"/>
            <a:ext cx="2084832" cy="786384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798064"/>
            <a:ext cx="1975104" cy="69494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Supabase-ready layer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supabaseClient.js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supabaseService.js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RLS schema.sql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58368" y="3867912"/>
            <a:ext cx="2084832" cy="658368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922776"/>
            <a:ext cx="1975104" cy="5669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fallback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localStorage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venture-path-site-demo-db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907792" y="2578608"/>
            <a:ext cx="749808" cy="384048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86200" y="1508760"/>
            <a:ext cx="960120" cy="356616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1581912"/>
            <a:ext cx="86868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4846320" y="1508760"/>
            <a:ext cx="594360" cy="356616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581912"/>
            <a:ext cx="50292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440680" y="1508760"/>
            <a:ext cx="1600200" cy="356616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581912"/>
            <a:ext cx="150876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7040880" y="1508760"/>
            <a:ext cx="1508760" cy="356616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6600" y="1581912"/>
            <a:ext cx="141732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3886200" y="1865376"/>
            <a:ext cx="960120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1929384"/>
            <a:ext cx="8686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846320" y="1865376"/>
            <a:ext cx="594360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929384"/>
            <a:ext cx="5029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5055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440680" y="1865376"/>
            <a:ext cx="1600200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1929384"/>
            <a:ext cx="15087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expected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040880" y="1865376"/>
            <a:ext cx="1508760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86600" y="1929384"/>
            <a:ext cx="14173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 analysis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886200" y="2221992"/>
            <a:ext cx="960120" cy="35661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0" y="2286000"/>
            <a:ext cx="8686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B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846320" y="2221992"/>
            <a:ext cx="594360" cy="35661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286000"/>
            <a:ext cx="5029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5057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440680" y="2221992"/>
            <a:ext cx="1600200" cy="35661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2286000"/>
            <a:ext cx="15087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+ uvicorn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040880" y="2221992"/>
            <a:ext cx="1508760" cy="35661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86600" y="2286000"/>
            <a:ext cx="14173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bridge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886200" y="2578608"/>
            <a:ext cx="960120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0" y="2642616"/>
            <a:ext cx="8686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C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846320" y="2578608"/>
            <a:ext cx="594360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2642616"/>
            <a:ext cx="5029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5056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440680" y="2578608"/>
            <a:ext cx="1600200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0" y="2642616"/>
            <a:ext cx="15087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ThreadingHTTPServer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040880" y="2578608"/>
            <a:ext cx="1508760" cy="3566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86600" y="2642616"/>
            <a:ext cx="14173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bridge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886200" y="2935224"/>
            <a:ext cx="960120" cy="35661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0" y="2999232"/>
            <a:ext cx="8686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846320" y="2935224"/>
            <a:ext cx="594360" cy="35661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2999232"/>
            <a:ext cx="5029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5057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440680" y="2935224"/>
            <a:ext cx="1600200" cy="35661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0" y="2999232"/>
            <a:ext cx="15087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ThreadingHTTPServer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040880" y="2935224"/>
            <a:ext cx="1508760" cy="35661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86600" y="2999232"/>
            <a:ext cx="14173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bridge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8732520" y="2578608"/>
            <a:ext cx="749808" cy="384048"/>
          </a:xfrm>
          <a:prstGeom prst="rightArrow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646920" y="1737360"/>
            <a:ext cx="1828800" cy="96012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701784" y="1792224"/>
            <a:ext cx="1719072" cy="8686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agent modules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Track2/app services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Track3/ExecutionAgent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Track3/pitch pipeline</a:t>
            </a:r>
            <a:endParaRPr lang="en-US" sz="880" dirty="0"/>
          </a:p>
        </p:txBody>
      </p:sp>
      <p:sp>
        <p:nvSpPr>
          <p:cNvPr id="58" name="Shape 56"/>
          <p:cNvSpPr/>
          <p:nvPr/>
        </p:nvSpPr>
        <p:spPr>
          <a:xfrm>
            <a:off x="9646920" y="3154680"/>
            <a:ext cx="1828800" cy="877824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701784" y="3209544"/>
            <a:ext cx="1719072" cy="78638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outputs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dashboards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PDF/MD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Jira-ready tasks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3474720" y="5074920"/>
            <a:ext cx="6949440" cy="585216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03320" y="5257800"/>
            <a:ext cx="644652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233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risk to mention: Track B and Pitch Coach both use port 5057. For a clean live demo, move Pitch Coach to 5058 or Track B to 5059 and update frontend constants/docs.</a:t>
            </a:r>
            <a:endParaRPr lang="en-US" sz="890" dirty="0"/>
          </a:p>
        </p:txBody>
      </p:sp>
      <p:sp>
        <p:nvSpPr>
          <p:cNvPr id="62" name="Text 60"/>
          <p:cNvSpPr/>
          <p:nvPr/>
        </p:nvSpPr>
        <p:spPr>
          <a:xfrm>
            <a:off x="566928" y="6547104"/>
            <a:ext cx="4297680" cy="1554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Venture Path | Technical deep dive | 03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669280" y="-36576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530352"/>
            <a:ext cx="9555480" cy="42062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Implementation Details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950976"/>
            <a:ext cx="9098280" cy="23774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components separate marketing pages, track workflows and result dashboards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658368" y="1417320"/>
            <a:ext cx="2331720" cy="347472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490472"/>
            <a:ext cx="224028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File/module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990088" y="1417320"/>
            <a:ext cx="1508760" cy="347472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1490472"/>
            <a:ext cx="141732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role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4498848" y="1417320"/>
            <a:ext cx="6446520" cy="347472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1490472"/>
            <a:ext cx="635508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Details to defend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658368" y="1764792"/>
            <a:ext cx="233172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1828800"/>
            <a:ext cx="22402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src/App.jsx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990088" y="1764792"/>
            <a:ext cx="150876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35808" y="1828800"/>
            <a:ext cx="14173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shell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98848" y="1764792"/>
            <a:ext cx="644652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4568" y="1828800"/>
            <a:ext cx="63550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 routes, active track selection, auth modal, dark mode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58368" y="2112264"/>
            <a:ext cx="233172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2176272"/>
            <a:ext cx="22402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src/data/siteContent.js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990088" y="2112264"/>
            <a:ext cx="150876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35808" y="2176272"/>
            <a:ext cx="14173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model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498848" y="2112264"/>
            <a:ext cx="644652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2176272"/>
            <a:ext cx="63550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tracks, services, FAQ, testimonials, portfolio copy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58368" y="2459736"/>
            <a:ext cx="233172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2523744"/>
            <a:ext cx="22402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src/pages/Track1Analyzer.jsx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990088" y="2459736"/>
            <a:ext cx="150876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35808" y="2523744"/>
            <a:ext cx="14173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A UI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498848" y="2459736"/>
            <a:ext cx="644652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44568" y="2523744"/>
            <a:ext cx="63550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 payload, tabs, metric cards, report rendering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58368" y="2807208"/>
            <a:ext cx="233172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" y="2871216"/>
            <a:ext cx="22402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src/pages/Track2LegalAssistant.jsx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990088" y="2807208"/>
            <a:ext cx="150876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35808" y="2871216"/>
            <a:ext cx="14173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B UI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498848" y="2807208"/>
            <a:ext cx="644652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44568" y="2871216"/>
            <a:ext cx="63550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detection, upload FormData, legal report sections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58368" y="3154680"/>
            <a:ext cx="233172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4088" y="3218688"/>
            <a:ext cx="22402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src/pages/Track3Hub.jsx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990088" y="3154680"/>
            <a:ext cx="150876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35808" y="3218688"/>
            <a:ext cx="14173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C router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498848" y="3154680"/>
            <a:ext cx="644652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44568" y="3218688"/>
            <a:ext cx="63550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hub: execution, pitch coach, future marketing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58368" y="3502152"/>
            <a:ext cx="233172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" y="3566160"/>
            <a:ext cx="22402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src/lib/supabaseService.js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990088" y="3502152"/>
            <a:ext cx="150876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35808" y="3566160"/>
            <a:ext cx="14173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abstraction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498848" y="3502152"/>
            <a:ext cx="644652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44568" y="3566160"/>
            <a:ext cx="63550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insertOrFallback, approved testimonial fetch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22960" y="4297680"/>
            <a:ext cx="3154680" cy="11430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1560" y="4535424"/>
            <a:ext cx="146304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management</a:t>
            </a:r>
            <a:endParaRPr lang="en-US" sz="1230" dirty="0"/>
          </a:p>
        </p:txBody>
      </p:sp>
      <p:sp>
        <p:nvSpPr>
          <p:cNvPr id="52" name="Text 50"/>
          <p:cNvSpPr/>
          <p:nvPr/>
        </p:nvSpPr>
        <p:spPr>
          <a:xfrm>
            <a:off x="1051560" y="4828032"/>
            <a:ext cx="233172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local component state via useState</a:t>
            </a:r>
            <a:endParaRPr lang="en-US" sz="835" dirty="0"/>
          </a:p>
          <a:p>
            <a:pPr algn="l" indent="0" marL="0">
              <a:buNone/>
            </a:pPr>
            <a:r>
              <a:rPr lang="en-US" sz="8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loading/error/report states</a:t>
            </a:r>
            <a:endParaRPr lang="en-US" sz="835" dirty="0"/>
          </a:p>
          <a:p>
            <a:pPr algn="l" indent="0" marL="0">
              <a:buNone/>
            </a:pPr>
            <a:r>
              <a:rPr lang="en-US" sz="8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form arrays for team/features/documents</a:t>
            </a:r>
            <a:endParaRPr lang="en-US" sz="835" dirty="0"/>
          </a:p>
        </p:txBody>
      </p:sp>
      <p:sp>
        <p:nvSpPr>
          <p:cNvPr id="53" name="Shape 51"/>
          <p:cNvSpPr/>
          <p:nvPr/>
        </p:nvSpPr>
        <p:spPr>
          <a:xfrm>
            <a:off x="4434840" y="4297680"/>
            <a:ext cx="3154680" cy="11430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4535424"/>
            <a:ext cx="137160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Network layer</a:t>
            </a:r>
            <a:endParaRPr lang="en-US" sz="1230" dirty="0"/>
          </a:p>
        </p:txBody>
      </p:sp>
      <p:sp>
        <p:nvSpPr>
          <p:cNvPr id="55" name="Text 53"/>
          <p:cNvSpPr/>
          <p:nvPr/>
        </p:nvSpPr>
        <p:spPr>
          <a:xfrm>
            <a:off x="4663440" y="4828032"/>
            <a:ext cx="233172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fetch JSON APIs</a:t>
            </a:r>
            <a:endParaRPr lang="en-US" sz="835" dirty="0"/>
          </a:p>
          <a:p>
            <a:pPr algn="l" indent="0" marL="0">
              <a:buNone/>
            </a:pPr>
            <a:r>
              <a:rPr lang="en-US" sz="8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FormData for documents/videos</a:t>
            </a:r>
            <a:endParaRPr lang="en-US" sz="835" dirty="0"/>
          </a:p>
          <a:p>
            <a:pPr algn="l" indent="0" marL="0">
              <a:buNone/>
            </a:pPr>
            <a:r>
              <a:rPr lang="en-US" sz="8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friendly backend connection errors</a:t>
            </a:r>
            <a:endParaRPr lang="en-US" sz="835" dirty="0"/>
          </a:p>
        </p:txBody>
      </p:sp>
      <p:sp>
        <p:nvSpPr>
          <p:cNvPr id="56" name="Shape 54"/>
          <p:cNvSpPr/>
          <p:nvPr/>
        </p:nvSpPr>
        <p:spPr>
          <a:xfrm>
            <a:off x="8046720" y="4297680"/>
            <a:ext cx="3154680" cy="11430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75320" y="4535424"/>
            <a:ext cx="137160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 reporting</a:t>
            </a:r>
            <a:endParaRPr lang="en-US" sz="1230" dirty="0"/>
          </a:p>
        </p:txBody>
      </p:sp>
      <p:sp>
        <p:nvSpPr>
          <p:cNvPr id="58" name="Text 56"/>
          <p:cNvSpPr/>
          <p:nvPr/>
        </p:nvSpPr>
        <p:spPr>
          <a:xfrm>
            <a:off x="8275320" y="4828032"/>
            <a:ext cx="233172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tabbed sections</a:t>
            </a:r>
            <a:endParaRPr lang="en-US" sz="835" dirty="0"/>
          </a:p>
          <a:p>
            <a:pPr algn="l" indent="0" marL="0">
              <a:buNone/>
            </a:pPr>
            <a:r>
              <a:rPr lang="en-US" sz="8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score badges and metrics</a:t>
            </a:r>
            <a:endParaRPr lang="en-US" sz="835" dirty="0"/>
          </a:p>
          <a:p>
            <a:pPr algn="l" indent="0" marL="0">
              <a:buNone/>
            </a:pPr>
            <a:r>
              <a:rPr lang="en-US" sz="8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raw JSON preview for technical transparency</a:t>
            </a:r>
            <a:endParaRPr lang="en-US" sz="835" dirty="0"/>
          </a:p>
        </p:txBody>
      </p:sp>
      <p:sp>
        <p:nvSpPr>
          <p:cNvPr id="59" name="Text 57"/>
          <p:cNvSpPr/>
          <p:nvPr/>
        </p:nvSpPr>
        <p:spPr>
          <a:xfrm>
            <a:off x="566928" y="6547104"/>
            <a:ext cx="4297680" cy="1554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Venture Path | Technical deep dive | 04</a:t>
            </a:r>
            <a:endParaRPr lang="en-US" sz="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669280" y="-36576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530352"/>
            <a:ext cx="9555480" cy="42062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A: Startup Idea Analyzer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950976"/>
            <a:ext cx="9098280" cy="23774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startup diagnosis from founder input to multi-section report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697480" cy="9144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627632"/>
            <a:ext cx="2587752" cy="82296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 payload</a:t>
            </a:r>
            <a:endParaRPr lang="en-US" sz="770" dirty="0"/>
          </a:p>
          <a:p>
            <a:pPr algn="ctr" indent="0" marL="0">
              <a:buNone/>
            </a:pPr>
            <a:r>
              <a:rPr lang="en-US" sz="77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startup_idea, problem, target_customer, industry, product_type, business_model, team, finance_assumptions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3639312" y="1810512"/>
            <a:ext cx="685800" cy="365760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8848" y="1572768"/>
            <a:ext cx="2194560" cy="9144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627632"/>
            <a:ext cx="2084832" cy="82296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call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http://127.0.0.1:5055/track1/analyze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body + async loading state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6903720" y="1810512"/>
            <a:ext cx="685800" cy="365760"/>
          </a:xfrm>
          <a:prstGeom prst="rightArrow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18120" y="1572768"/>
            <a:ext cx="2971800" cy="9144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72984" y="1627632"/>
            <a:ext cx="2862072" cy="82296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model</a:t>
            </a:r>
            <a:endParaRPr lang="en-US" sz="770" dirty="0"/>
          </a:p>
          <a:p>
            <a:pPr algn="ctr" indent="0" marL="0">
              <a:buNone/>
            </a:pPr>
            <a:r>
              <a:rPr lang="en-US" sz="77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startup_summary, market_existence, mvp, operations, finance, legal_and_compliance, final_verdict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960120" y="3017520"/>
            <a:ext cx="1463040" cy="310896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090672"/>
            <a:ext cx="137160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section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2423160" y="3017520"/>
            <a:ext cx="2194560" cy="310896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3090672"/>
            <a:ext cx="210312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render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617720" y="3017520"/>
            <a:ext cx="5257800" cy="310896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090672"/>
            <a:ext cx="516636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proves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960120" y="3328416"/>
            <a:ext cx="146304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392424"/>
            <a:ext cx="13716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423160" y="3328416"/>
            <a:ext cx="219456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3392424"/>
            <a:ext cx="21031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MetricCard + TextCard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17720" y="3328416"/>
            <a:ext cx="525780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392424"/>
            <a:ext cx="5166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feasibility and final verdict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60120" y="3639312"/>
            <a:ext cx="146304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3703320"/>
            <a:ext cx="13716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423160" y="3639312"/>
            <a:ext cx="219456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3703320"/>
            <a:ext cx="21031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ExistingSolutionCard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617720" y="3639312"/>
            <a:ext cx="525780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703320"/>
            <a:ext cx="5166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competition and originality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960120" y="3950208"/>
            <a:ext cx="146304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4014216"/>
            <a:ext cx="13716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423160" y="3950208"/>
            <a:ext cx="219456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68880" y="4014216"/>
            <a:ext cx="21031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SimpleList + Timeline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617720" y="3950208"/>
            <a:ext cx="525780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4014216"/>
            <a:ext cx="5166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build path and priorities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960120" y="4261104"/>
            <a:ext cx="146304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840" y="4325112"/>
            <a:ext cx="13716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423160" y="4261104"/>
            <a:ext cx="219456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68880" y="4325112"/>
            <a:ext cx="21031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RoleCard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617720" y="4261104"/>
            <a:ext cx="525780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4325112"/>
            <a:ext cx="5166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and process requirements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960120" y="4572000"/>
            <a:ext cx="146304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5840" y="4636008"/>
            <a:ext cx="13716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423160" y="4572000"/>
            <a:ext cx="219456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68880" y="4636008"/>
            <a:ext cx="21031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RangeBar + EmployeeCard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617720" y="4572000"/>
            <a:ext cx="525780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4636008"/>
            <a:ext cx="5166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salary ranges and cost assumptions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960120" y="4882896"/>
            <a:ext cx="146304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05840" y="4946904"/>
            <a:ext cx="13716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423160" y="4882896"/>
            <a:ext cx="219456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68880" y="4946904"/>
            <a:ext cx="21031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riskTone / compliance cards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617720" y="4882896"/>
            <a:ext cx="525780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0" y="4946904"/>
            <a:ext cx="5166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and obligations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987552" y="5440680"/>
            <a:ext cx="946404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3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Defense angle: Track A is the diagnostic layer. It creates the first structured startup state that later tracks can reuse conceptually.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66928" y="6547104"/>
            <a:ext cx="4297680" cy="1554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Venture Path | Technical deep dive | 05</a:t>
            </a:r>
            <a:endParaRPr lang="en-US" sz="7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669280" y="-36576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530352"/>
            <a:ext cx="9555480" cy="42062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B: Legal Assistant Backend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950976"/>
            <a:ext cx="9098280" cy="23774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bridge around TrackBOrchestrator, chatbot, document upload and public research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1325880" cy="310896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463040"/>
            <a:ext cx="123444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1947672" y="1389888"/>
            <a:ext cx="566928" cy="310896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463040"/>
            <a:ext cx="475488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514600" y="1389888"/>
            <a:ext cx="4297680" cy="310896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463040"/>
            <a:ext cx="420624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detail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6812280" y="1389888"/>
            <a:ext cx="2926080" cy="310896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463040"/>
            <a:ext cx="283464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21792" y="1700784"/>
            <a:ext cx="13258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1764792"/>
            <a:ext cx="12344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/health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947672" y="1700784"/>
            <a:ext cx="566928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93392" y="1764792"/>
            <a:ext cx="475488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514600" y="1700784"/>
            <a:ext cx="42976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1764792"/>
            <a:ext cx="42062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service status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812280" y="1700784"/>
            <a:ext cx="29260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764792"/>
            <a:ext cx="28346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 + app name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21792" y="2011680"/>
            <a:ext cx="132588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2075688"/>
            <a:ext cx="12344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/track2/sample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947672" y="2011680"/>
            <a:ext cx="566928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93392" y="2075688"/>
            <a:ext cx="475488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514600" y="2011680"/>
            <a:ext cx="429768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2075688"/>
            <a:ext cx="42062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SAMPLE_REQUEST with resolved paths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812280" y="2011680"/>
            <a:ext cx="292608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2075688"/>
            <a:ext cx="28346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legal case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1792" y="2322576"/>
            <a:ext cx="13258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2386584"/>
            <a:ext cx="12344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/track2/upload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947672" y="2322576"/>
            <a:ext cx="566928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93392" y="2386584"/>
            <a:ext cx="475488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514600" y="2322576"/>
            <a:ext cx="42976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2386584"/>
            <a:ext cx="42062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UploadFile list saved under track2_uploads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812280" y="2322576"/>
            <a:ext cx="29260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0" y="2386584"/>
            <a:ext cx="28346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documents[] paths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21792" y="2633472"/>
            <a:ext cx="132588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" y="2697480"/>
            <a:ext cx="12344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/track2/run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947672" y="2633472"/>
            <a:ext cx="566928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93392" y="2697480"/>
            <a:ext cx="475488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514600" y="2633472"/>
            <a:ext cx="429768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0" y="2697480"/>
            <a:ext cx="42062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TrackBRequest validation + orchestrator.run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812280" y="2633472"/>
            <a:ext cx="292608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0" y="2697480"/>
            <a:ext cx="28346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result + research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21792" y="2944368"/>
            <a:ext cx="13258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512" y="3008376"/>
            <a:ext cx="12344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/track2/chat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947672" y="2944368"/>
            <a:ext cx="566928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93392" y="3008376"/>
            <a:ext cx="475488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514600" y="2944368"/>
            <a:ext cx="42976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60320" y="3008376"/>
            <a:ext cx="42062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TrackBChatbot answers using latest_result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812280" y="2944368"/>
            <a:ext cx="29260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0" y="3008376"/>
            <a:ext cx="28346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contextual answer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21792" y="3255264"/>
            <a:ext cx="132588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7512" y="3319272"/>
            <a:ext cx="12344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/track2/research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947672" y="3255264"/>
            <a:ext cx="566928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993392" y="3319272"/>
            <a:ext cx="475488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514600" y="3255264"/>
            <a:ext cx="429768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60320" y="3319272"/>
            <a:ext cx="42062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DuckDuckGo/Bing HTML/RSS search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812280" y="3255264"/>
            <a:ext cx="292608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58000" y="3319272"/>
            <a:ext cx="28346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evidence links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822960" y="3886200"/>
            <a:ext cx="3246120" cy="123444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51560" y="4133088"/>
            <a:ext cx="146304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Internal services</a:t>
            </a:r>
            <a:endParaRPr lang="en-US" sz="1230" dirty="0"/>
          </a:p>
        </p:txBody>
      </p:sp>
      <p:sp>
        <p:nvSpPr>
          <p:cNvPr id="66" name="Text 64"/>
          <p:cNvSpPr/>
          <p:nvPr/>
        </p:nvSpPr>
        <p:spPr>
          <a:xfrm>
            <a:off x="1051560" y="4425696"/>
            <a:ext cx="2240280" cy="4754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TrackBOrchestrator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TrackBChatbot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load_knowledge_base()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get_local_llm_client()</a:t>
            </a:r>
            <a:endParaRPr lang="en-US" sz="860" dirty="0"/>
          </a:p>
        </p:txBody>
      </p:sp>
      <p:sp>
        <p:nvSpPr>
          <p:cNvPr id="67" name="Shape 65"/>
          <p:cNvSpPr/>
          <p:nvPr/>
        </p:nvSpPr>
        <p:spPr>
          <a:xfrm>
            <a:off x="4480560" y="3886200"/>
            <a:ext cx="3246120" cy="123444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09160" y="4133088"/>
            <a:ext cx="137160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logic</a:t>
            </a:r>
            <a:endParaRPr lang="en-US" sz="1230" dirty="0"/>
          </a:p>
        </p:txBody>
      </p:sp>
      <p:sp>
        <p:nvSpPr>
          <p:cNvPr id="69" name="Text 67"/>
          <p:cNvSpPr/>
          <p:nvPr/>
        </p:nvSpPr>
        <p:spPr>
          <a:xfrm>
            <a:off x="4709160" y="4425696"/>
            <a:ext cx="2331720" cy="4754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identity term filtering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 scoring by title/domain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fallback queries by platform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events search not strict identity</a:t>
            </a:r>
            <a:endParaRPr lang="en-US" sz="860" dirty="0"/>
          </a:p>
        </p:txBody>
      </p:sp>
      <p:sp>
        <p:nvSpPr>
          <p:cNvPr id="70" name="Shape 68"/>
          <p:cNvSpPr/>
          <p:nvPr/>
        </p:nvSpPr>
        <p:spPr>
          <a:xfrm>
            <a:off x="8138160" y="3886200"/>
            <a:ext cx="3246120" cy="123444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66760" y="4133088"/>
            <a:ext cx="137160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Legal outputs</a:t>
            </a:r>
            <a:endParaRPr lang="en-US" sz="1230" dirty="0"/>
          </a:p>
        </p:txBody>
      </p:sp>
      <p:sp>
        <p:nvSpPr>
          <p:cNvPr id="72" name="Text 70"/>
          <p:cNvSpPr/>
          <p:nvPr/>
        </p:nvSpPr>
        <p:spPr>
          <a:xfrm>
            <a:off x="8366760" y="4425696"/>
            <a:ext cx="2331720" cy="4754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final decision PASS/FAIL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strict-mode blockers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 diagnostics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roadmap and recommendations</a:t>
            </a:r>
            <a:endParaRPr lang="en-US" sz="860" dirty="0"/>
          </a:p>
        </p:txBody>
      </p:sp>
      <p:sp>
        <p:nvSpPr>
          <p:cNvPr id="73" name="Text 71"/>
          <p:cNvSpPr/>
          <p:nvPr/>
        </p:nvSpPr>
        <p:spPr>
          <a:xfrm>
            <a:off x="566928" y="6547104"/>
            <a:ext cx="4297680" cy="1554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Venture Path | Technical deep dive | 06</a:t>
            </a:r>
            <a:endParaRPr lang="en-US" sz="7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669280" y="-36576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530352"/>
            <a:ext cx="9555480" cy="42062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C Execution Agent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950976"/>
            <a:ext cx="9098280" cy="23774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Bridge, state merge and orchestration for executable startup planning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731520" y="1481328"/>
            <a:ext cx="1874520" cy="128016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536192"/>
            <a:ext cx="1764792" cy="11887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payload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startup_profile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mvp_plan.features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admin_workflow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deadlines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availability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live_status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88920" y="1874520"/>
            <a:ext cx="713232" cy="384048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1481328"/>
            <a:ext cx="1874520" cy="128016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2464" y="1536192"/>
            <a:ext cx="1764792" cy="11887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track3_api.py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ThreadingHTTPServer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CORS for localhost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bridge input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subprocess.run runner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715000" y="1874520"/>
            <a:ext cx="713232" cy="384048"/>
          </a:xfrm>
          <a:prstGeom prst="rightArrow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65392" y="1481328"/>
            <a:ext cx="1874520" cy="128016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0256" y="1536192"/>
            <a:ext cx="1764792" cy="11887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track3_run_agent.py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load_base_state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normalize_items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normalize_team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merge_state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 run_agent()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641080" y="1874520"/>
            <a:ext cx="713232" cy="384048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64040" y="1481328"/>
            <a:ext cx="1874520" cy="128016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18904" y="1536192"/>
            <a:ext cx="1764792" cy="11887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ExecutionAgent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LocalKnowledgeBase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LLMClient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MCPProjectOpsClient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ExecutionOrchestrator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60120" y="3703320"/>
            <a:ext cx="1828800" cy="283464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776472"/>
            <a:ext cx="173736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field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788920" y="3703320"/>
            <a:ext cx="3749040" cy="283464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3776472"/>
            <a:ext cx="365760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 in demo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537960" y="3703320"/>
            <a:ext cx="2971800" cy="283464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776472"/>
            <a:ext cx="288036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source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960120" y="3986784"/>
            <a:ext cx="18288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050792"/>
            <a:ext cx="1737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executive_summary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88920" y="3986784"/>
            <a:ext cx="374904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0" y="4050792"/>
            <a:ext cx="36576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high-level status and main risk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537960" y="3986784"/>
            <a:ext cx="29718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4050792"/>
            <a:ext cx="2880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orchestrator result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60120" y="4270248"/>
            <a:ext cx="1828800" cy="283464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4334256"/>
            <a:ext cx="1737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founder_decisions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88920" y="4270248"/>
            <a:ext cx="3749040" cy="283464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4640" y="4334256"/>
            <a:ext cx="36576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 founder must take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537960" y="4270248"/>
            <a:ext cx="2971800" cy="283464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4334256"/>
            <a:ext cx="2880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planner/critic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960120" y="4553712"/>
            <a:ext cx="18288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5840" y="4617720"/>
            <a:ext cx="1737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priority_queue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788920" y="4553712"/>
            <a:ext cx="374904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0" y="4617720"/>
            <a:ext cx="36576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tasks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537960" y="4553712"/>
            <a:ext cx="29718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4617720"/>
            <a:ext cx="2880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generation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60120" y="4837176"/>
            <a:ext cx="1828800" cy="283464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05840" y="4901184"/>
            <a:ext cx="1737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ready_queue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788920" y="4837176"/>
            <a:ext cx="3749040" cy="283464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34640" y="4901184"/>
            <a:ext cx="36576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immediately executable tasks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537960" y="4837176"/>
            <a:ext cx="2971800" cy="283464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4901184"/>
            <a:ext cx="2880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logic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60120" y="5120640"/>
            <a:ext cx="18288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5840" y="5184648"/>
            <a:ext cx="1737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feasibility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788920" y="5120640"/>
            <a:ext cx="374904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34640" y="5184648"/>
            <a:ext cx="36576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scope/timeline status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537960" y="5120640"/>
            <a:ext cx="29718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0" y="5184648"/>
            <a:ext cx="2880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constraints + team capacity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960120" y="5404104"/>
            <a:ext cx="1828800" cy="283464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05840" y="5468112"/>
            <a:ext cx="1737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788920" y="5404104"/>
            <a:ext cx="3749040" cy="283464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34640" y="5468112"/>
            <a:ext cx="36576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 summary if configured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537960" y="5404104"/>
            <a:ext cx="2971800" cy="283464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83680" y="5468112"/>
            <a:ext cx="2880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env config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1097280" y="5532120"/>
            <a:ext cx="905256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33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 keys include JIRA_* and LLM_* values loaded from track3.local.json when present.</a:t>
            </a:r>
            <a:endParaRPr lang="en-US" sz="870" dirty="0"/>
          </a:p>
        </p:txBody>
      </p:sp>
      <p:sp>
        <p:nvSpPr>
          <p:cNvPr id="62" name="Text 60"/>
          <p:cNvSpPr/>
          <p:nvPr/>
        </p:nvSpPr>
        <p:spPr>
          <a:xfrm>
            <a:off x="566928" y="6547104"/>
            <a:ext cx="4297680" cy="1554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Venture Path | Technical deep dive | 07</a:t>
            </a:r>
            <a:endParaRPr lang="en-US" sz="7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669280" y="-36576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530352"/>
            <a:ext cx="9555480" cy="42062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Pitch Coach Agent Pipeline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950976"/>
            <a:ext cx="9098280" cy="23774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analysis service with execution IDs, audio transcription, LLM feedback and downloadable reports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658368" y="1481328"/>
            <a:ext cx="1481328" cy="658368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536192"/>
            <a:ext cx="1371600" cy="5669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MP4/MOV/MKV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2212848" y="1627632"/>
            <a:ext cx="566928" cy="329184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4368" y="1481328"/>
            <a:ext cx="1481328" cy="658368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9232" y="1536192"/>
            <a:ext cx="1371600" cy="5669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execution_id + hash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4498848" y="1627632"/>
            <a:ext cx="566928" cy="329184"/>
          </a:xfrm>
          <a:prstGeom prst="rightArrow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0368" y="1481328"/>
            <a:ext cx="1481328" cy="658368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1536192"/>
            <a:ext cx="1371600" cy="5669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Subprocess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agentic_pitch_coach.py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6784848" y="1627632"/>
            <a:ext cx="566928" cy="329184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16368" y="1481328"/>
            <a:ext cx="1481328" cy="658368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71232" y="1536192"/>
            <a:ext cx="1371600" cy="5669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delivery/content/narrative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9070848" y="1627632"/>
            <a:ext cx="566928" cy="329184"/>
          </a:xfrm>
          <a:prstGeom prst="rightArrow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02368" y="1481328"/>
            <a:ext cx="1481328" cy="658368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7232" y="1536192"/>
            <a:ext cx="1371600" cy="5669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+ MD + PDF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731520" y="2816352"/>
            <a:ext cx="1920240" cy="292608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2889504"/>
            <a:ext cx="182880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2651760" y="2816352"/>
            <a:ext cx="3931920" cy="292608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97480" y="2889504"/>
            <a:ext cx="384048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detail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6583680" y="2816352"/>
            <a:ext cx="3566160" cy="292608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2889504"/>
            <a:ext cx="347472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731520" y="3108960"/>
            <a:ext cx="1920240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172968"/>
            <a:ext cx="18288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pitch_coach_api.py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651760" y="3108960"/>
            <a:ext cx="3931920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7480" y="3172968"/>
            <a:ext cx="38404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ThreadingHTTPServer on 127.0.0.1:5057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583680" y="3108960"/>
            <a:ext cx="3566160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3172968"/>
            <a:ext cx="34747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local bridge for React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31520" y="3401568"/>
            <a:ext cx="192024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3465576"/>
            <a:ext cx="18288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parse_multipart_form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651760" y="3401568"/>
            <a:ext cx="393192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97480" y="3465576"/>
            <a:ext cx="38404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multipart parsing with binary file support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583680" y="3401568"/>
            <a:ext cx="356616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9400" y="3465576"/>
            <a:ext cx="34747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accepts real video upload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31520" y="3694176"/>
            <a:ext cx="1920240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3758184"/>
            <a:ext cx="18288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resolve_python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651760" y="3694176"/>
            <a:ext cx="3931920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97480" y="3758184"/>
            <a:ext cx="38404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 python, default Windows path, sys.executable fallback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583680" y="3694176"/>
            <a:ext cx="3566160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3758184"/>
            <a:ext cx="34747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execution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31520" y="3986784"/>
            <a:ext cx="192024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4050792"/>
            <a:ext cx="18288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MediaPipe check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651760" y="3986784"/>
            <a:ext cx="393192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97480" y="4050792"/>
            <a:ext cx="38404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skip visual if unavailable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583680" y="3986784"/>
            <a:ext cx="356616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29400" y="4050792"/>
            <a:ext cx="34747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resilience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31520" y="4279392"/>
            <a:ext cx="1920240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" y="4343400"/>
            <a:ext cx="18288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sanitize_response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651760" y="4279392"/>
            <a:ext cx="3931920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97480" y="4343400"/>
            <a:ext cx="38404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removes paths, raw state and tool traces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583680" y="4279392"/>
            <a:ext cx="3566160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29400" y="4343400"/>
            <a:ext cx="34747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safer browser response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31520" y="4572000"/>
            <a:ext cx="192024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7240" y="4636008"/>
            <a:ext cx="18288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 endpoint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651760" y="4572000"/>
            <a:ext cx="393192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697480" y="4636008"/>
            <a:ext cx="38404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/pitch/download/{execution_id}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583680" y="4572000"/>
            <a:ext cx="356616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29400" y="4636008"/>
            <a:ext cx="34747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or Markdown fallback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005840" y="5074920"/>
            <a:ext cx="9646920" cy="530352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234440" y="5248656"/>
            <a:ext cx="914400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33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 dimensions: pace, filler words, clarity, value proposition, market articulation, narrative structure, founder credibility, optional visual cues and voice emotion.</a:t>
            </a:r>
            <a:endParaRPr lang="en-US" sz="870" dirty="0"/>
          </a:p>
        </p:txBody>
      </p:sp>
      <p:sp>
        <p:nvSpPr>
          <p:cNvPr id="66" name="Text 64"/>
          <p:cNvSpPr/>
          <p:nvPr/>
        </p:nvSpPr>
        <p:spPr>
          <a:xfrm>
            <a:off x="566928" y="6547104"/>
            <a:ext cx="4297680" cy="1554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Venture Path | Technical deep dive | 08</a:t>
            </a:r>
            <a:endParaRPr lang="en-US" sz="7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669280" y="-36576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530352"/>
            <a:ext cx="9555480" cy="42062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Strategy, Technical Risks and Production Roadmap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950976"/>
            <a:ext cx="9098280" cy="23774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stronger defense ends by showing what works now and what must be hardened next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713232" y="1325880"/>
            <a:ext cx="1417320" cy="310896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399032"/>
            <a:ext cx="132588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step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130552" y="1325880"/>
            <a:ext cx="3657600" cy="310896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6272" y="1399032"/>
            <a:ext cx="356616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show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5788152" y="1325880"/>
            <a:ext cx="4251960" cy="310896"/>
          </a:xfrm>
          <a:prstGeom prst="rect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33872" y="1399032"/>
            <a:ext cx="416052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proof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713232" y="1636776"/>
            <a:ext cx="141732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1700784"/>
            <a:ext cx="13258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Home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130552" y="1636776"/>
            <a:ext cx="365760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76272" y="1700784"/>
            <a:ext cx="35661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tracks and value proposition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788152" y="1636776"/>
            <a:ext cx="425196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1700784"/>
            <a:ext cx="41605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SPA and reusable content model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13232" y="1947672"/>
            <a:ext cx="141732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011680"/>
            <a:ext cx="13258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Track 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130552" y="1947672"/>
            <a:ext cx="365760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76272" y="2011680"/>
            <a:ext cx="35661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filled startup form + report tabs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788152" y="1947672"/>
            <a:ext cx="425196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33872" y="2011680"/>
            <a:ext cx="41605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 building and report rendering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3232" y="2258568"/>
            <a:ext cx="141732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2322576"/>
            <a:ext cx="13258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Track B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130552" y="2258568"/>
            <a:ext cx="365760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76272" y="2322576"/>
            <a:ext cx="35661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+ upload + legal sections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788152" y="2258568"/>
            <a:ext cx="425196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33872" y="2322576"/>
            <a:ext cx="41605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bridge and orchestrator output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13232" y="2569464"/>
            <a:ext cx="141732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" y="2633472"/>
            <a:ext cx="13258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Track C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130552" y="2569464"/>
            <a:ext cx="365760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76272" y="2633472"/>
            <a:ext cx="35661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HealthFlow execution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788152" y="2569464"/>
            <a:ext cx="4251960" cy="310896"/>
          </a:xfrm>
          <a:prstGeom prst="rect">
            <a:avLst/>
          </a:prstGeom>
          <a:solidFill>
            <a:srgbClr val="F8FAFC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33872" y="2633472"/>
            <a:ext cx="41605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merge and task queues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13232" y="2880360"/>
            <a:ext cx="141732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" y="2944368"/>
            <a:ext cx="13258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Pitch Coach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130552" y="2880360"/>
            <a:ext cx="365760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76272" y="2944368"/>
            <a:ext cx="35661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generated report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788152" y="2880360"/>
            <a:ext cx="425196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3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33872" y="2944368"/>
            <a:ext cx="41605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pipeline outputs without waiting live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822960" y="3886200"/>
            <a:ext cx="3246120" cy="1298448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1560" y="4133088"/>
            <a:ext cx="10972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 now</a:t>
            </a:r>
            <a:endParaRPr lang="en-US" sz="1230" dirty="0"/>
          </a:p>
        </p:txBody>
      </p:sp>
      <p:sp>
        <p:nvSpPr>
          <p:cNvPr id="46" name="Text 44"/>
          <p:cNvSpPr/>
          <p:nvPr/>
        </p:nvSpPr>
        <p:spPr>
          <a:xfrm>
            <a:off x="1051560" y="4425696"/>
            <a:ext cx="2331720" cy="53035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Port conflict: Track B and Pitch both 5057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API key appears in local config and must be rotated/removed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long jobs block request lifecycle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uploads need size and MIME validation</a:t>
            </a:r>
            <a:endParaRPr lang="en-US" sz="810" dirty="0"/>
          </a:p>
        </p:txBody>
      </p:sp>
      <p:sp>
        <p:nvSpPr>
          <p:cNvPr id="47" name="Shape 45"/>
          <p:cNvSpPr/>
          <p:nvPr/>
        </p:nvSpPr>
        <p:spPr>
          <a:xfrm>
            <a:off x="4480560" y="3886200"/>
            <a:ext cx="3246120" cy="1298448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4133088"/>
            <a:ext cx="1325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Near-term fixes</a:t>
            </a:r>
            <a:endParaRPr lang="en-US" sz="1230" dirty="0"/>
          </a:p>
        </p:txBody>
      </p:sp>
      <p:sp>
        <p:nvSpPr>
          <p:cNvPr id="49" name="Text 47"/>
          <p:cNvSpPr/>
          <p:nvPr/>
        </p:nvSpPr>
        <p:spPr>
          <a:xfrm>
            <a:off x="4709160" y="4425696"/>
            <a:ext cx="2331720" cy="53035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dedicated ports and .env variables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start-all scripts for demo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background queue for pitch analysis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structured logs and health dashboard</a:t>
            </a:r>
            <a:endParaRPr lang="en-US" sz="810" dirty="0"/>
          </a:p>
        </p:txBody>
      </p:sp>
      <p:sp>
        <p:nvSpPr>
          <p:cNvPr id="50" name="Shape 48"/>
          <p:cNvSpPr/>
          <p:nvPr/>
        </p:nvSpPr>
        <p:spPr>
          <a:xfrm>
            <a:off x="8138160" y="3886200"/>
            <a:ext cx="3246120" cy="1298448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66760" y="4133088"/>
            <a:ext cx="1325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path</a:t>
            </a:r>
            <a:endParaRPr lang="en-US" sz="1230" dirty="0"/>
          </a:p>
        </p:txBody>
      </p:sp>
      <p:sp>
        <p:nvSpPr>
          <p:cNvPr id="52" name="Text 50"/>
          <p:cNvSpPr/>
          <p:nvPr/>
        </p:nvSpPr>
        <p:spPr>
          <a:xfrm>
            <a:off x="8366760" y="4425696"/>
            <a:ext cx="2331720" cy="53035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cloud deployment per service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authenticated API gateway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object storage for uploads/reports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E2E tests and observability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Jira sync hardening</a:t>
            </a:r>
            <a:endParaRPr lang="en-US" sz="810" dirty="0"/>
          </a:p>
        </p:txBody>
      </p:sp>
      <p:sp>
        <p:nvSpPr>
          <p:cNvPr id="53" name="Text 51"/>
          <p:cNvSpPr/>
          <p:nvPr/>
        </p:nvSpPr>
        <p:spPr>
          <a:xfrm>
            <a:off x="914400" y="5650992"/>
            <a:ext cx="1024128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claim: Venture Path is technically defensible because it separates UX, API bridges and agent pipelines while keeping outputs visible, structured and actionable.</a:t>
            </a:r>
            <a:endParaRPr lang="en-US" sz="940" dirty="0"/>
          </a:p>
        </p:txBody>
      </p:sp>
      <p:sp>
        <p:nvSpPr>
          <p:cNvPr id="54" name="Text 52"/>
          <p:cNvSpPr/>
          <p:nvPr/>
        </p:nvSpPr>
        <p:spPr>
          <a:xfrm>
            <a:off x="566928" y="6547104"/>
            <a:ext cx="4297680" cy="1554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Venture Path | Technical deep dive | 09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Venture Path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Venture Path - Presentation technique detaillee</dc:title>
  <dc:subject>Presentation technique detaillee Venture Path</dc:subject>
  <dc:creator>Codex</dc:creator>
  <cp:lastModifiedBy>Codex</cp:lastModifiedBy>
  <cp:revision>1</cp:revision>
  <dcterms:created xsi:type="dcterms:W3CDTF">2026-05-03T19:58:24Z</dcterms:created>
  <dcterms:modified xsi:type="dcterms:W3CDTF">2026-05-03T19:58:24Z</dcterms:modified>
</cp:coreProperties>
</file>