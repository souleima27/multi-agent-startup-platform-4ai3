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420000">
            <a:off x="5669280" y="-365760"/>
            <a:ext cx="7498080" cy="80467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" y="5532120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899648" y="-18288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713232"/>
            <a:ext cx="85039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Venture Path: Multi-Agent Startup Platform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057400" y="1133856"/>
            <a:ext cx="8046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startup idea to legal readiness, execution planning and pitch improvement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2148840"/>
            <a:ext cx="3246120" cy="201168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84832" y="4498848"/>
            <a:ext cx="7315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9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395728"/>
            <a:ext cx="251460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Startup idea and profile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Legal documents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MVP scope and team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Pitch video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15968" y="2267712"/>
            <a:ext cx="1554480" cy="1417320"/>
          </a:xfrm>
          <a:prstGeom prst="leftArrow">
            <a:avLst/>
          </a:prstGeom>
          <a:solidFill>
            <a:srgbClr val="3890BC"/>
          </a:solidFill>
          <a:ln w="12700">
            <a:solidFill>
              <a:srgbClr val="3890B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97880" y="2944368"/>
            <a:ext cx="1737360" cy="1508760"/>
          </a:xfrm>
          <a:prstGeom prst="rightArrow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5559552"/>
            <a:ext cx="19659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Plan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09160" y="3456432"/>
            <a:ext cx="7315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9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49440" y="4133088"/>
            <a:ext cx="8229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9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66760" y="1965960"/>
            <a:ext cx="2697480" cy="150876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2267712"/>
            <a:ext cx="658368" cy="493776"/>
          </a:xfrm>
          <a:prstGeom prst="hexagon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93024" y="2395728"/>
            <a:ext cx="34747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13648" y="2240280"/>
            <a:ext cx="1783080" cy="6949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reports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startup diagnosis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legal readiness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task queues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pitch scorecard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366760" y="3977640"/>
            <a:ext cx="2944368" cy="132588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0" y="4251960"/>
            <a:ext cx="658368" cy="493776"/>
          </a:xfrm>
          <a:prstGeom prst="hexagon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93024" y="4379976"/>
            <a:ext cx="34747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13648" y="4297680"/>
            <a:ext cx="19202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outputs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JSON, UI dashboards, PDF reports, Jira-ready tasks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" y="6547104"/>
            <a:ext cx="429768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Venture Path | Technical Presentation | 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420000">
            <a:off x="5669280" y="-365760"/>
            <a:ext cx="7498080" cy="80467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" y="5532120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899648" y="-18288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713232"/>
            <a:ext cx="85039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Scope and Tracks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057400" y="1133856"/>
            <a:ext cx="8046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founder journey split into three technical workstreams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14400" y="2148840"/>
            <a:ext cx="2788920" cy="251460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395728"/>
            <a:ext cx="8686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89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2761488"/>
            <a:ext cx="2084832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Validate Your Idea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3401568"/>
            <a:ext cx="2011680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Market clarity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MVP direction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Finance and legal risks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26280" y="2148840"/>
            <a:ext cx="2788920" cy="251460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2395728"/>
            <a:ext cx="8686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89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2761488"/>
            <a:ext cx="2084832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the Right Way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3401568"/>
            <a:ext cx="2011680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Legal structure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Document checklist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Startup Act readiness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2148840"/>
            <a:ext cx="2788920" cy="251460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395728"/>
            <a:ext cx="8686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89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21040" y="2761488"/>
            <a:ext cx="2084832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 &amp; Grow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66760" y="3401568"/>
            <a:ext cx="2011680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Execution agent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Pitch coach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Growth planning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94760" y="2926080"/>
            <a:ext cx="502920" cy="438912"/>
          </a:xfrm>
          <a:prstGeom prst="rightArrow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06640" y="2926080"/>
            <a:ext cx="502920" cy="438912"/>
          </a:xfrm>
          <a:prstGeom prst="rightArrow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6547104"/>
            <a:ext cx="429768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Venture Path | Technical Presentation | 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420000">
            <a:off x="5669280" y="-365760"/>
            <a:ext cx="7498080" cy="80467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" y="5532120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899648" y="-18288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713232"/>
            <a:ext cx="85039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Global Technical Architecture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057400" y="1133856"/>
            <a:ext cx="8046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single-page app connected to local Python bridges and external agent modules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1920240"/>
            <a:ext cx="2148840" cy="804672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993392"/>
            <a:ext cx="2002536" cy="6949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+ Vite SPA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App.jsx + track pages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4069080"/>
            <a:ext cx="2148840" cy="713232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4142232"/>
            <a:ext cx="2002536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Supabase-ready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 + RLS tables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2240280"/>
            <a:ext cx="914400" cy="411480"/>
          </a:xfrm>
          <a:prstGeom prst="rightArrow">
            <a:avLst/>
          </a:prstGeom>
          <a:solidFill>
            <a:srgbClr val="3890BC"/>
          </a:solidFill>
          <a:ln w="12700">
            <a:solidFill>
              <a:srgbClr val="3890B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1508760"/>
            <a:ext cx="1828800" cy="576072"/>
          </a:xfrm>
          <a:prstGeom prst="snip1Rect">
            <a:avLst/>
          </a:prstGeom>
          <a:solidFill>
            <a:srgbClr val="FDFD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16552" y="1581912"/>
            <a:ext cx="1682496" cy="4663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A API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:5055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4343400" y="2468880"/>
            <a:ext cx="1828800" cy="576072"/>
          </a:xfrm>
          <a:prstGeom prst="snip1Rect">
            <a:avLst/>
          </a:prstGeom>
          <a:solidFill>
            <a:srgbClr val="FDFD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6552" y="2542032"/>
            <a:ext cx="1682496" cy="4663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B FastAPI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:5057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4343400" y="3429000"/>
            <a:ext cx="1828800" cy="576072"/>
          </a:xfrm>
          <a:prstGeom prst="snip1Rect">
            <a:avLst/>
          </a:prstGeom>
          <a:solidFill>
            <a:srgbClr val="FDFD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16552" y="3502152"/>
            <a:ext cx="1682496" cy="4663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C API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:5056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4343400" y="4389120"/>
            <a:ext cx="1828800" cy="576072"/>
          </a:xfrm>
          <a:prstGeom prst="snip1Rect">
            <a:avLst/>
          </a:prstGeom>
          <a:solidFill>
            <a:srgbClr val="FDFD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16552" y="4462272"/>
            <a:ext cx="1682496" cy="4663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API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:5057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6355080" y="2971800"/>
            <a:ext cx="914400" cy="411480"/>
          </a:xfrm>
          <a:prstGeom prst="rightArrow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52360" y="2286000"/>
            <a:ext cx="2286000" cy="91440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25512" y="2359152"/>
            <a:ext cx="2139696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modules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LLM, KB, MCP, Whisper, reports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452360" y="3840480"/>
            <a:ext cx="2286000" cy="749808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25512" y="3913632"/>
            <a:ext cx="2139696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reports + JSON + PDF + tasks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51560" y="5623560"/>
            <a:ext cx="95097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3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Important: Track B and Pitch Coach both declare port 5057, so one port must be changed for simultaneous demo.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6928" y="6547104"/>
            <a:ext cx="429768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Venture Path | Technical Presentation | 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420000">
            <a:off x="5669280" y="-365760"/>
            <a:ext cx="7498080" cy="80467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" y="5532120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899648" y="-18288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713232"/>
            <a:ext cx="85039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 Implementation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057400" y="1133856"/>
            <a:ext cx="8046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modular React/Vite interface that routes users to the right track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14400" y="1920240"/>
            <a:ext cx="2971800" cy="297180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212848"/>
            <a:ext cx="10058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Routing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70432" y="2743200"/>
            <a:ext cx="210312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Hash-based navigation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Track pages mounted from App.jsx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Track C hub switches features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920240"/>
            <a:ext cx="2971800" cy="297180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2212848"/>
            <a:ext cx="15087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State and UX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28032" y="2743200"/>
            <a:ext cx="210312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useState forms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fetch to local APIs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conditional dashboards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dark mode and animations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920240"/>
            <a:ext cx="2971800" cy="297180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85632" y="2212848"/>
            <a:ext cx="13716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85632" y="2743200"/>
            <a:ext cx="210312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Supabase JS client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localStorage fallback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testimonials and forms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demo-safe behavior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6547104"/>
            <a:ext cx="429768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Venture Path | Technical Presentation | 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420000">
            <a:off x="5669280" y="-365760"/>
            <a:ext cx="7498080" cy="80467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" y="5532120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899648" y="-18288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713232"/>
            <a:ext cx="85039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A: Startup Idea Analyzer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057400" y="1133856"/>
            <a:ext cx="8046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Transforms founder assumptions into a structured startup diagnosis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68680" y="2331720"/>
            <a:ext cx="2057400" cy="82296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404872"/>
            <a:ext cx="1911096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Founder form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idea, problem, target, team, finance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54680" y="2514600"/>
            <a:ext cx="960120" cy="438912"/>
          </a:xfrm>
          <a:prstGeom prst="rightArrow">
            <a:avLst/>
          </a:prstGeom>
          <a:solidFill>
            <a:srgbClr val="3890BC"/>
          </a:solidFill>
          <a:ln w="12700">
            <a:solidFill>
              <a:srgbClr val="3890B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2331720"/>
            <a:ext cx="1828800" cy="82296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16552" y="2404872"/>
            <a:ext cx="1682496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/track1/analyze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on port 5055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0" y="2514600"/>
            <a:ext cx="960120" cy="438912"/>
          </a:xfrm>
          <a:prstGeom prst="rightArrow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89520" y="2331720"/>
            <a:ext cx="2148840" cy="82296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62672" y="2404872"/>
            <a:ext cx="2002536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pipeline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market, MVP, operations, finance, legal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966960" y="2514600"/>
            <a:ext cx="594360" cy="438912"/>
          </a:xfrm>
          <a:prstGeom prst="rightArrow">
            <a:avLst/>
          </a:prstGeom>
          <a:solidFill>
            <a:srgbClr val="3890BC"/>
          </a:solidFill>
          <a:ln w="12700">
            <a:solidFill>
              <a:srgbClr val="3890B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61320" y="2331720"/>
            <a:ext cx="1417320" cy="82296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34472" y="2404872"/>
            <a:ext cx="1271016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UI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 to Legal tabs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1828800" y="4343400"/>
            <a:ext cx="8183880" cy="91440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57400" y="4590288"/>
            <a:ext cx="749808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value: Track A gives the platform its decision layer. It converts qualitative founder input into a multi-section report with verdicts, risks and uncertainty flags.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6928" y="6547104"/>
            <a:ext cx="429768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Venture Path | Technical Presentation | 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420000">
            <a:off x="5669280" y="-365760"/>
            <a:ext cx="7498080" cy="80467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" y="5532120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899648" y="-18288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713232"/>
            <a:ext cx="85039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B: Legal Assistant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057400" y="1133856"/>
            <a:ext cx="8046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bridge for legal readiness, uploaded evidence and external research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68680" y="1920240"/>
            <a:ext cx="2971800" cy="342900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194560"/>
            <a:ext cx="15544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endpoints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697480"/>
            <a:ext cx="205740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GET /track2/sample</a:t>
            </a: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POST /track2/upload</a:t>
            </a: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POST /track2/run</a:t>
            </a: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POST /track2/chat</a:t>
            </a: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POST /track2/research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4069080" y="2971800"/>
            <a:ext cx="960120" cy="502920"/>
          </a:xfrm>
          <a:prstGeom prst="rightArrow">
            <a:avLst/>
          </a:prstGeom>
          <a:solidFill>
            <a:srgbClr val="3890BC"/>
          </a:solidFill>
          <a:ln w="12700">
            <a:solidFill>
              <a:srgbClr val="3890B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1920240"/>
            <a:ext cx="2514600" cy="342900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68112" y="2194560"/>
            <a:ext cx="14630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Orchestration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68112" y="2697480"/>
            <a:ext cx="173736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TrackBOrchestrator</a:t>
            </a: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TrackBChatbot</a:t>
            </a: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Knowledge base</a:t>
            </a: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Local LLM client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7955280" y="2971800"/>
            <a:ext cx="960120" cy="502920"/>
          </a:xfrm>
          <a:prstGeom prst="rightArrow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98280" y="1920240"/>
            <a:ext cx="2423160" cy="342900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45168" y="2194560"/>
            <a:ext cx="10972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45168" y="2697480"/>
            <a:ext cx="169164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Final decision</a:t>
            </a: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Strict blockers</a:t>
            </a: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Document review</a:t>
            </a: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Public search links</a:t>
            </a: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Recommendations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566928" y="6547104"/>
            <a:ext cx="429768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Venture Path | Technical Presentation | 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420000">
            <a:off x="5669280" y="-365760"/>
            <a:ext cx="7498080" cy="80467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" y="5532120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899648" y="-18288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713232"/>
            <a:ext cx="85039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C Execution Agent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057400" y="1133856"/>
            <a:ext cx="8046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Turns MVP scope and team constraints into an executable task plan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68680" y="1965960"/>
            <a:ext cx="2240280" cy="77724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039112"/>
            <a:ext cx="2093976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Track3Execution.jsx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MVP, deadlines, team availability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2148840"/>
            <a:ext cx="822960" cy="411480"/>
          </a:xfrm>
          <a:prstGeom prst="rightArrow">
            <a:avLst/>
          </a:prstGeom>
          <a:solidFill>
            <a:srgbClr val="3890BC"/>
          </a:solidFill>
          <a:ln w="12700">
            <a:solidFill>
              <a:srgbClr val="3890B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965960"/>
            <a:ext cx="1828800" cy="77724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16552" y="2039112"/>
            <a:ext cx="1682496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track3_api.py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bridge on 5056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82512" y="2148840"/>
            <a:ext cx="822960" cy="411480"/>
          </a:xfrm>
          <a:prstGeom prst="rightArrow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60920" y="1965960"/>
            <a:ext cx="2057400" cy="77724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34072" y="2039112"/>
            <a:ext cx="1911096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track3_run_agent.py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merge_state + run orchestrator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619488" y="2148840"/>
            <a:ext cx="640080" cy="411480"/>
          </a:xfrm>
          <a:prstGeom prst="rightArrow">
            <a:avLst/>
          </a:prstGeom>
          <a:solidFill>
            <a:srgbClr val="3890BC"/>
          </a:solidFill>
          <a:ln w="12700">
            <a:solidFill>
              <a:srgbClr val="3890B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87000" y="1965960"/>
            <a:ext cx="1554480" cy="77724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60152" y="2039112"/>
            <a:ext cx="1408176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report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queues, risks, Jira summary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1188720" y="4160520"/>
            <a:ext cx="2743200" cy="91440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83080" y="4334256"/>
            <a:ext cx="11430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90B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618488" y="4718304"/>
            <a:ext cx="148132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044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startup state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09160" y="4160520"/>
            <a:ext cx="2743200" cy="91440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4334256"/>
            <a:ext cx="11430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3E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138928" y="4718304"/>
            <a:ext cx="148132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044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normalized inputs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229600" y="4160520"/>
            <a:ext cx="2743200" cy="91440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23960" y="4334256"/>
            <a:ext cx="11430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90B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5+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659368" y="4718304"/>
            <a:ext cx="148132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044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outputs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66928" y="6547104"/>
            <a:ext cx="429768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Venture Path | Technical Presentation | 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420000">
            <a:off x="5669280" y="-365760"/>
            <a:ext cx="7498080" cy="80467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" y="5532120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899648" y="-18288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713232"/>
            <a:ext cx="85039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Pitch Coach Agent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057400" y="1133856"/>
            <a:ext cx="8046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upload pipeline for delivery, content, narrative and report generation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68680" y="2514600"/>
            <a:ext cx="1481328" cy="658368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587752"/>
            <a:ext cx="1335024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video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2432304" y="2670048"/>
            <a:ext cx="530352" cy="320040"/>
          </a:xfrm>
          <a:prstGeom prst="rightArrow">
            <a:avLst/>
          </a:prstGeom>
          <a:solidFill>
            <a:srgbClr val="3890BC"/>
          </a:solidFill>
          <a:ln w="12700">
            <a:solidFill>
              <a:srgbClr val="3890B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2514600"/>
            <a:ext cx="1481328" cy="658368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82112" y="2587752"/>
            <a:ext cx="1335024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Audio extraction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4672584" y="2670048"/>
            <a:ext cx="530352" cy="320040"/>
          </a:xfrm>
          <a:prstGeom prst="rightArrow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49240" y="2514600"/>
            <a:ext cx="1481328" cy="658368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22392" y="2587752"/>
            <a:ext cx="1335024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Whisper transcription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6912864" y="2670048"/>
            <a:ext cx="530352" cy="320040"/>
          </a:xfrm>
          <a:prstGeom prst="rightArrow">
            <a:avLst/>
          </a:prstGeom>
          <a:solidFill>
            <a:srgbClr val="3890BC"/>
          </a:solidFill>
          <a:ln w="12700">
            <a:solidFill>
              <a:srgbClr val="3890B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2514600"/>
            <a:ext cx="1481328" cy="658368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62672" y="2587752"/>
            <a:ext cx="1335024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analysis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9153144" y="2670048"/>
            <a:ext cx="530352" cy="320040"/>
          </a:xfrm>
          <a:prstGeom prst="rightArrow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29800" y="2514600"/>
            <a:ext cx="1481328" cy="658368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02952" y="2587752"/>
            <a:ext cx="1335024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Scorecard + PDF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1143000" y="4315968"/>
            <a:ext cx="4069080" cy="96012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17320" y="4526280"/>
            <a:ext cx="17373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Analysis dimensions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108960" y="4407408"/>
            <a:ext cx="17830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Delivery pace and fillers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Content clarity and value proposition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Narrative quality and confidence cues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720840" y="4315968"/>
            <a:ext cx="3840480" cy="96012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4526280"/>
            <a:ext cx="12801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hygiene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29600" y="4480560"/>
            <a:ext cx="192024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sanitize_response removes internal paths, raw agent state and tool traces before sending reports to the browser.</a:t>
            </a:r>
            <a:endParaRPr lang="en-US" sz="940" dirty="0"/>
          </a:p>
        </p:txBody>
      </p:sp>
      <p:sp>
        <p:nvSpPr>
          <p:cNvPr id="28" name="Text 26"/>
          <p:cNvSpPr/>
          <p:nvPr/>
        </p:nvSpPr>
        <p:spPr>
          <a:xfrm>
            <a:off x="566928" y="6547104"/>
            <a:ext cx="429768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Venture Path | Technical Presentation | 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420000">
            <a:off x="5669280" y="-365760"/>
            <a:ext cx="7498080" cy="80467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" y="5532120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899648" y="-18288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713232"/>
            <a:ext cx="85039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Plan, Risks and Roadmap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057400" y="1133856"/>
            <a:ext cx="8046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concise ending slide for the technical defense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68680" y="1828800"/>
            <a:ext cx="3246120" cy="342900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121408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sequence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651760"/>
            <a:ext cx="22860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Open home and tracks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Run or show Track A report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Load Track B sample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Show Track C task queues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Open Pitch Coach report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572000" y="1828800"/>
            <a:ext cx="3246120" cy="342900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121408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 to fix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2651760"/>
            <a:ext cx="228600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Port conflict on 5057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API key must not be committed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Long-running video analysis needs jobs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Uploads need stricter validation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275320" y="1828800"/>
            <a:ext cx="3246120" cy="342900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0" y="2121408"/>
            <a:ext cx="12801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49640" y="2651760"/>
            <a:ext cx="22860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Unified startup scripts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Cloud deployment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Authenticated backend APIs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Observability and E2E tests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Jira sync hardening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566928" y="6547104"/>
            <a:ext cx="429768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Venture Path | Technical Presentation | 09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Venture Path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Venture Path - Presentation technique</dc:title>
  <dc:subject>Presentation technique Venture Path 9 slides</dc:subject>
  <dc:creator>Codex</dc:creator>
  <cp:lastModifiedBy>Codex</cp:lastModifiedBy>
  <cp:revision>1</cp:revision>
  <dcterms:created xsi:type="dcterms:W3CDTF">2026-05-03T19:54:48Z</dcterms:created>
  <dcterms:modified xsi:type="dcterms:W3CDTF">2026-05-03T19:54:48Z</dcterms:modified>
</cp:coreProperties>
</file>